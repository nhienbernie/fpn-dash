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9488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08776" y="0"/>
            <a:ext cx="4572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Report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Food Delivery App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219456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May 2026   ·   CS 349   ·   Team Delivery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Safal   ·   Hamdan   ·   Max   ·   Beck   ·   Nhien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5 — At a Glance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17 – May 1, 2026  ·  27 commits  ·  5 contributors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721815"/>
            <a:ext cx="17830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0584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097280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51760" y="1721815"/>
            <a:ext cx="17830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97280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1721815"/>
            <a:ext cx="17830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0584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097280"/>
            <a:ext cx="17373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0" y="1721815"/>
            <a:ext cx="17830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Lines Added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167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Features &amp; Improvements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478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42316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triage UI with auth, 3 tabs, queue helpers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8895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83464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SMS Auth: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TextBelt codes for requester login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3009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24612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ETA: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Haversine tracking + live location sharing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7124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65760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Flow: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Requesters can report concerns from order status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167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&amp; Testing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47802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4231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requester↔volunteer flow + edge cases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28895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8346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Unit Tests: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Validator coverage: 518 lines of test code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30098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24612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UX: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Email-only login, per-box item preview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371246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6576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Polish: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Revamped 8+ screens, global theme system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62272" y="2286000"/>
            <a:ext cx="36576" cy="1783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Built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 ·  Real SMS Auth  ·  ETA Tracking  ·  Complaint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Dashboard UI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pantry triage interface — built from scratch in Sprint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64008" cy="2514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12471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" y="176479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2130552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global requester menu sections and items. Add, edit, or remove items that show up in the requester ordering flow.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237744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27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Supabase sync · Item editor modal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60120"/>
            <a:ext cx="64008" cy="2514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12471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55848" y="176479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Cancellations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2130552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queue: remove stuck or invalid orders and clear the pipeline for active volunteers.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127248"/>
            <a:ext cx="237744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127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indicators · One-tap cancel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9601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960120"/>
            <a:ext cx="64008" cy="2514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12471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124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176479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Complaint Handling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0488" y="2130552"/>
            <a:ext cx="2505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resolve safety or service complaints submitted by requesters, with full context on each report.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127248"/>
            <a:ext cx="2377440" cy="219456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27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resolved status · Requester context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367588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 simple password auth · persistent session · queue metrics · helper library (272 lines)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393192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~1,800 lines added across 5 commits  ·  lib/adminDashboard.js + app/admin-dashboard.jsx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SMS Auth  &amp;  Delivery ETA Tracking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major backend enhancements shipped in Sprint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02336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64008" cy="3364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SMS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TextBelt integration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2763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Requesters receive a real 6-digit code via SMS to their registered phone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122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5740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live codes via TextBelt; 1234567890 bypasses SMS for demos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8716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code against a pantry-users JSON registry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1693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second demo pantry user with a real verified phone number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015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4670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verification code constant causing silent auth failures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87552"/>
            <a:ext cx="402336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87552"/>
            <a:ext cx="64008" cy="3364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60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ETA Tracking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 · Live GPS location sharing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168249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62763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preview shown on volunteer dashboard before order acceptance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11226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05740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calc (lib/deliveryTracking.js) — accurate to ~0.1 mi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54203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48716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auto-shares GPS location every 2 min while IN_TRANSIT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297180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91693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order-status screen updates in real time with latest ETA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340156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34670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 sent to requester when volunteer accepts the order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Complaint Reporting  &amp;  Volunteer UX Improvements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safety reporting + dashboard clarity improvements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02336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64008" cy="3364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Requester Complaint Reporting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service concerns surfaced in-app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2763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Concern button on order-status and confirm-delivery screens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122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5740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ReportConcernModal expanded with categorized concern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8716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stored in Supabase and surfaced in Admin complaint tab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1693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mark complaints open or resolved with requester context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401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4670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between requester reports and pantry staff triage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87552"/>
            <a:ext cx="402336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87552"/>
            <a:ext cx="64008" cy="3364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60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Dashboard Improvements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Hamdan — built on top of Safal's UI 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168249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62763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Email-only login — removed dead username path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0299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197510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Box/item contents fetched and shown before volunteer commits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3774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32257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renderBoxSummary: per-box item breakdown in card &amp; modal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272491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67004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Volunteer-facing status copy separate from customer copy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83480" y="30723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01752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'Update ETA' renamed → 'Share My Location with Customer'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34198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336499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 to customer on acceptance restored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Quality Assurance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End-to-End   ·   Jest Unit Tests   ·   518+ lines of test code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Testing — Playwright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browser automation of the requester ↔ volunteer delivery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2940" y="10058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2940" y="100584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" y="1042416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2668" y="149961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DOB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SMS code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7692" y="1444752"/>
            <a:ext cx="128016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3140" y="10058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63140" y="100584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2868" y="1042416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2868" y="149961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boxes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7892" y="1444752"/>
            <a:ext cx="128016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63340" y="10058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63340" y="100584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3068" y="1042416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3068" y="149961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preview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8092" y="1444752"/>
            <a:ext cx="128016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63540" y="10058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63540" y="100584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3268" y="1042416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3268" y="149961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ETA update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8292" y="1444752"/>
            <a:ext cx="128016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3740" y="1005840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63740" y="100584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3468" y="1042416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3468" y="1499616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edge cases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1031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103120"/>
            <a:ext cx="64008" cy="2651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Covered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25786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252374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sign-in via SMS and DOB verification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29077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285292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placement: item selection, box config, review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323697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1821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acceptance with ETA preview check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35661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51129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 and status state machine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389534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84048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 redirect loop detection (was a live bug)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2245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16966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Multi-requester concurrency edge cases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21031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2103120"/>
            <a:ext cx="64008" cy="2651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83480" y="25786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252374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 — Expo web base URL wiring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83480" y="29077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285292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e2e/helpers/backend.ts — seed, reset, wait helpers (258 lines)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83480" y="32369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8928" y="3182112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testId attributes added to all key interactive elements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83480" y="35661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38928" y="3511296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dialog helper handles native Alert() popups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983480" y="38953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38928" y="384048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to ~470 lines with edge case pass in follow-up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983480" y="422452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38928" y="416966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CI — core flow no longer requires manual testing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Testing — Jest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logic coverage for requester and volunteer sign-in flows  ·  Max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24688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87552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78992"/>
            <a:ext cx="2286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1719438"/>
            <a:ext cx="2331720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Tests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987552"/>
            <a:ext cx="24688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87552"/>
            <a:ext cx="6400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078992"/>
            <a:ext cx="2286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1719438"/>
            <a:ext cx="2331720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987552"/>
            <a:ext cx="24688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87552"/>
            <a:ext cx="64008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78992"/>
            <a:ext cx="228600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3640" y="1719438"/>
            <a:ext cx="2331720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Module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Added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8595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23160"/>
            <a:ext cx="64008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96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Tested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8895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3464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formatDobInput()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Formats digit strings to MM/DD/YYYY — 8 edge cases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2826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227832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validatePhoneNumber()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10-digit US phone, length &amp; char edge cases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6758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21024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validateDateOfBirth()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DOB validity, age range, future date rejection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014216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validateVerificationCode()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Exact 6-digit code format enforcement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51960" y="2697480"/>
            <a:ext cx="36576" cy="20116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28895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2834640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validateEmail()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RFC-style email validation for volunteer sign-up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34840" y="328269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322783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validatePassword()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Length &amp; complexity rules, empty input guards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367588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3621024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validateName()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Required field &amp; max-length constraints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406908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401421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cases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Empty string, null, very long input, special chars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&amp;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bugs squashed across auth, navigation, data, and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Encountered &amp;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Order-again redirect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order-food.jsx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After re-order, app looped to start instead of order-status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6184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Guard added: redirect to order-status when last order is DELIVERED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938528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938528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75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 crash on Expo web SSR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85416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85416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supabase.js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2368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AsyncStorage calls during server-side render broke web builds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596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Wrapped storage in platform check; SSR path uses a no-op stub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916936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16936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53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sign-up missing DB entry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63824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6382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volunteer-signin.jsx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3346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Sign-up wrote to users but not volunteers; dashboard showed empty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3575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Check-and-insert on sign-in backfills missing volunteer record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895344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895344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31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SMS notification dropped in merge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42232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422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volunteer-dashboard.jsx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43251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Merge conflict resolution removed the TextBelt call on accept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4553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Restored SMS send in volunteer-dashboard acceptance handler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960120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960120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996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Stray Expo geocode route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1207008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20700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_layout.jsx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37760" y="13898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Orphaned /geocode route caused routing warnings in Expo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37760" y="16184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Removed unused route file entirely from the app router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1938528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1938528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975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item editor stale closure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2185416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185416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admin-dashboard.jsx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37760" y="2368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Edit triggered save on wrong row due to stale closure in list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37760" y="2596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Refactored to keyed modal with explicit item ID binding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2916936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2916936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953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code constant mismatch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37760" y="3163824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316382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requester.jsx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937760" y="3346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Demo bypass constant didn't match server, silently failing auth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37760" y="3575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Unified constant client/server; added test coverage for value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00600" y="3895344"/>
            <a:ext cx="41148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00600" y="3895344"/>
            <a:ext cx="64008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931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pantry requester record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37760" y="4142232"/>
            <a:ext cx="1371600" cy="1554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41422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pantry-users.json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37760" y="43251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Two entries with same phone gave ambiguous auth response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37760" y="4553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Deduplicated pantry-users.json; lint step added to prevent recurrence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Contributions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who built what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974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64008" cy="2450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3327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" y="1280160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Lead / Full-stack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8056" y="15727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5179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all 3 tabs, auth, helpers lib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" y="18470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7922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SMS auth + server refactor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" y="21214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06654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ETA tracking + lib/deliveryTracking.js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" y="239572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34086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test suite setup &amp; expansion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056" y="267004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6151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complaint reporting flow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8056" y="294436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8895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 fixes (redirect, Supabase SSR, admin editor…)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" y="321868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1638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across 8+ screens + global theme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23260" y="987552"/>
            <a:ext cx="26974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3260" y="987552"/>
            <a:ext cx="64008" cy="21762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1276" y="103327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Hamdan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51276" y="1280160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Dashboard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51276" y="157276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6724" y="15179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Email-only login — removed dead username path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51276" y="184708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6724" y="17922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Per-box item preview before volunteer commits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51276" y="212140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6724" y="206654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GPS share every 2 min while IN_TRANSIT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51276" y="239572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6724" y="234086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Volunteer-facing status descriptions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51276" y="26700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6724" y="26151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'Update ETA' → 'Share My Location' rename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51276" y="294436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6724" y="28895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restore on order acceptance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23260" y="3273552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23260" y="3273552"/>
            <a:ext cx="64008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1276" y="331927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Nhien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51276" y="3566160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Feature Branch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51276" y="385876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6724" y="38039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nhien-sprint5 branch maintained for sprint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51276" y="413308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06724" y="40782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testing &amp; integration work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987552"/>
            <a:ext cx="269748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26480" y="987552"/>
            <a:ext cx="64008" cy="19019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103327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54496" y="1280160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Infrastructure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54496" y="15727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9944" y="15179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framework + jest.config.js setup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54496" y="18470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9944" y="179222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requesterValidators.test.js (319 lines)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54496" y="21214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9944" y="206654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volunteerValidators.test.js (199 lines)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54496" y="23957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9944" y="234086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validators module for testability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54496" y="26700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9944" y="26151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DOB, phone, code, email validator coverage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26480" y="2999232"/>
            <a:ext cx="2697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26480" y="2999232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54496" y="304495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Beck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54496" y="3291840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Setup &amp; Testing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54496" y="35844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9944" y="352958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Beck's number as real SMS demo user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54496" y="38587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9944" y="38039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demo account address (invalid → valid)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9488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91656" y="0"/>
            <a:ext cx="4572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FB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5 —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5760720" cy="603504"/>
          </a:xfrm>
          <a:prstGeom prst="rect">
            <a:avLst/>
          </a:prstGeom>
          <a:solidFill>
            <a:srgbClr val="1E3A5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3272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depth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SMS backend to Playwright browser automation — covered every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5760720" cy="603504"/>
          </a:xfrm>
          <a:prstGeom prst="rect">
            <a:avLst/>
          </a:prstGeom>
          <a:solidFill>
            <a:srgbClr val="1E3A5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83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coverage shipped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391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518+ lines of test code; both unit and E2E now committed to the repo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41448"/>
            <a:ext cx="5760720" cy="603504"/>
          </a:xfrm>
          <a:prstGeom prst="rect">
            <a:avLst/>
          </a:prstGeom>
          <a:solidFill>
            <a:srgbClr val="1E3A5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41448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871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 closed 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staff can manage menus and triage complaints without a developer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45536"/>
            <a:ext cx="5760720" cy="603504"/>
          </a:xfrm>
          <a:prstGeom prst="rect">
            <a:avLst/>
          </a:prstGeom>
          <a:solidFill>
            <a:srgbClr val="1E3A5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45536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912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discipline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4472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bugs caught and fixed — many discovered through the new E2E suite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49624"/>
            <a:ext cx="5760720" cy="603504"/>
          </a:xfrm>
          <a:prstGeom prst="rect">
            <a:avLst/>
          </a:prstGeom>
          <a:solidFill>
            <a:srgbClr val="1E3A5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49624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95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coordination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513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contributors merged cleanly; Hamdan's branch layered on Safal's UI 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 ·  CS 349  ·  Volunteer Food Delivery App  ·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5 Report</dc:title>
  <dc:subject>PptxGenJS Presentation</dc:subject>
  <dc:creator>PptxGenJS</dc:creator>
  <cp:lastModifiedBy>PptxGenJS</cp:lastModifiedBy>
  <cp:revision>1</cp:revision>
  <dcterms:created xsi:type="dcterms:W3CDTF">2026-05-01T19:48:50Z</dcterms:created>
  <dcterms:modified xsi:type="dcterms:W3CDTF">2026-05-01T19:48:50Z</dcterms:modified>
</cp:coreProperties>
</file>